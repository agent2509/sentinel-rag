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Locally hosted, end to end: ingestion, three chunking strategies, hybrid retrieval, an agentic self-correction loop, a RAGAS evaluation harness and a four-screen web UI. ~50 synthetic AI/ML docs. Embeddings run locally (bge-small-en-v1.5); the LLM roles run on Groq. Everything is observable: every pipeline step streams to the UI and every run is persisted.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motivation. A RAG system is a two-stage pipeline: retrieve, then generate. Each stage fails differently. Sentinel RAG makes both stages visible, graded and self-correcting — and stores the receipts for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lab is comparison: the same query through three chunking strategies, with self-correction on and off, measured. Nothing is hand-waved — the architecture diagram, the grader threshold, the eval numbers are all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 is ingestion: 50 markdown docs are chunked three ways, embedded with bge-small-en-v1.5 (384-dim, L2-normalized so inner product equals cosine), and stored as nine files — a FAISS IndexFlatIP and a BM25 index plus chunk metadata per strategy. Bottom row is the query path. The router decides simple vs complex (top-3 vs top-5 and whether HyDE is allowed). The grader gates generation. The whole loop streams over SSE and lands in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Ingestion is a single CLI command and is also invoked by the Documents page. Reindexing is single-flight (a lock), so an upload during a rebuild queues rather than corrupts. The staging swap means a reader never sees a half-built index; the known limit is that the swap is per-file, not atomic across all three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chunk is a dataclass with chunk_id, doc_title, text, strategy and optional parent_id/parent_text. Hierarchical retrieval matches at the child level and expands to the parent before generation, which is what the eval calls the 'context'. The semantic chunker hard-caps any over-long sentence at 512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RRF is deliberately boring: it needs no tuned weights between a sparse score and a cosine score. The per-chunk ranks are persisted in the trace, so the UI can show exactly why a chunk surfaced.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Router and grader run at temperature 0; generation 0.3; HyDE 0.7. Token budgets are sized for a reasoning model, which spends hidden tokens before answering. Fail-closed is a deliberate choice: an infrastructure error must not look like a confident answer, and it must be distinguishable from a retrieval miss — which is what fallback_reason gives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citation validator is also why the UI can make citations interactive: click a [n] and the UI scrolls to and highlights the exact chunk that backs the claim. The chunk_id in each citation is the ground truth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honest slide in the deck. The first eval run was invalid because of a citation-parser bug, not a bad pipeline. The fix was two lines; the valuable part was the instrumentation that made the bug obvious instead of invisible. The harness now refuses to persist a run whose failure rate says 'outage', and can resume across quota resets.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harness maps a pipeline trace to a RAGAS sample: on success the response is the generated answer and the contexts are the last retrieval; on fallback it uses the fallback message and the closest chunks. Reference contexts are the full source doc, which is what makes context precision/recall computable.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coverage: three of six combos, ten rows each. Fixed is the headline: 10/10 answered, faithfulness 1.0 with correction on. The known limitations are the free tier (account-wide limits, which is why the keys pool across accounts) and a non-LLM context-metric artifact on the semantic strategy where doc_hit is 1.0 but the string-overlap metric scores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demo screen. The trace shown was loaded from history, not re-run — which is the resilience feature: if the quota dies during the demo, every previous run is still replayable. The idle state teaches the five stages before the first query is 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scoreboard is populated by the eval harness writing to the eval_results table. The corpus version is stamped so numbers are always attributable to a corpus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was added because it failed once: the revoked key, the exhausted quota, the mid-matrix rate limit. The system's failure modes are handled in code, not in hope.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Ports: backend 8000, frontend 3000. The frontend talks to the backend directly (CORS), no Next.js proxy — that is what makes SSE work. The eval runs in a separate venv because RAGAS pins an older openai SDK than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receipts line. Everything claimed in this deck is in the repo: the architecture matches the implementation plan, the numbers come from results.json, and the failure story (the citation bug, the quota outage) is documented in the README rather than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E7ECEA"/>
                </a:solidFill>
                <a:latin typeface="Segoe UI"/>
              </a:rPr>
              <a:t>SENTINEL RAG</a:t>
            </a:r>
          </a:p>
          <a:p>
            <a:pPr algn="l">
              <a:spcAft>
                <a:spcPts val="2200"/>
              </a:spcAft>
            </a:pPr>
            <a:r>
              <a:rPr sz="2400" b="0">
                <a:solidFill>
                  <a:srgbClr val="34D399"/>
                </a:solidFill>
                <a:latin typeface="Segoe UI"/>
              </a:rPr>
              <a:t>A self-correcting RAG laboratory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96A19C"/>
                </a:solidFill>
                <a:latin typeface="Segoe UI"/>
              </a:rPr>
              <a:t>“Most RAG systems fail silently. Mine knows when it’s failing, fixes itself, and shows you the receipts.”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A19C"/>
                </a:solidFill>
                <a:latin typeface="Segoe UI"/>
              </a:rPr>
              <a:t>3 chunking strategies  ·  hybrid BM25 + FAISS  ·  Grader + HyDE  ·  RAGAS evaluation  ·  live four-screen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RAG pipelines fail silently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20440" cy="237744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87171"/>
                </a:solidFill>
                <a:latin typeface="Segoe UI"/>
              </a:rPr>
              <a:t>Wrong retrieval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7ECEA"/>
                </a:solidFill>
                <a:latin typeface="Segoe UI"/>
              </a:rPr>
              <a:t>The generator never saw the passage that contains the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37360"/>
            <a:ext cx="3520440" cy="237744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5B84B"/>
                </a:solidFill>
                <a:latin typeface="Segoe UI"/>
              </a:rPr>
              <a:t>Confident hallucination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7ECEA"/>
                </a:solidFill>
                <a:latin typeface="Segoe UI"/>
              </a:rPr>
              <a:t>It answers anyway — fluently, and with made-up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37360"/>
            <a:ext cx="3520440" cy="237744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96A19C"/>
                </a:solidFill>
                <a:latin typeface="Segoe UI"/>
              </a:rPr>
              <a:t>No attribution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7ECEA"/>
                </a:solidFill>
                <a:latin typeface="Segoe UI"/>
              </a:rPr>
              <a:t>A wrong answer could be a retrieval miss or bad generation; nothing tells you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7ECEA"/>
                </a:solidFill>
                <a:latin typeface="Segoe UI"/>
              </a:rPr>
              <a:t>Two-stage pipelines fail in two places. If you can’t see the stages, you can’t fix the pipeline — you find out when a user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WHAT IT IS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Four pillars, one observable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64240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9656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01   </a:t>
            </a:r>
            <a:r>
              <a:rPr sz="1800" b="1">
                <a:solidFill>
                  <a:srgbClr val="E7ECEA"/>
                </a:solidFill>
                <a:latin typeface="Segoe UI"/>
              </a:rPr>
              <a:t>Chunk three ways</a:t>
            </a:r>
            <a:r>
              <a:rPr sz="1400" b="0">
                <a:solidFill>
                  <a:srgbClr val="96A19C"/>
                </a:solidFill>
                <a:latin typeface="Segoe UI"/>
              </a:rPr>
              <a:t>     fixed 512/50 · hierarchical 256/1024 · semantic percentile splits — compared, not assumed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25496"/>
            <a:ext cx="11064240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5351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02   </a:t>
            </a:r>
            <a:r>
              <a:rPr sz="1800" b="1">
                <a:solidFill>
                  <a:srgbClr val="E7ECEA"/>
                </a:solidFill>
                <a:latin typeface="Segoe UI"/>
              </a:rPr>
              <a:t>Retrieve hybrid</a:t>
            </a:r>
            <a:r>
              <a:rPr sz="1400" b="0">
                <a:solidFill>
                  <a:srgbClr val="96A19C"/>
                </a:solidFill>
                <a:latin typeface="Segoe UI"/>
              </a:rPr>
              <a:t>     BM25 top-20 + FAISS top-20, fused with Reciprocal Rank 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59352"/>
            <a:ext cx="11064240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8736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03   </a:t>
            </a:r>
            <a:r>
              <a:rPr sz="1800" b="1">
                <a:solidFill>
                  <a:srgbClr val="E7ECEA"/>
                </a:solidFill>
                <a:latin typeface="Segoe UI"/>
              </a:rPr>
              <a:t>Correct itself</a:t>
            </a:r>
            <a:r>
              <a:rPr sz="1400" b="0">
                <a:solidFill>
                  <a:srgbClr val="96A19C"/>
                </a:solidFill>
                <a:latin typeface="Segoe UI"/>
              </a:rPr>
              <a:t>     a grader scores every retrieval; a low score triggers a HyDE rewrite and re-retrieval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93208"/>
            <a:ext cx="11064240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21224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04   </a:t>
            </a:r>
            <a:r>
              <a:rPr sz="1800" b="1">
                <a:solidFill>
                  <a:srgbClr val="E7ECEA"/>
                </a:solidFill>
                <a:latin typeface="Segoe UI"/>
              </a:rPr>
              <a:t>Prove it</a:t>
            </a:r>
            <a:r>
              <a:rPr sz="1400" b="0">
                <a:solidFill>
                  <a:srgbClr val="96A19C"/>
                </a:solidFill>
                <a:latin typeface="Segoe UI"/>
              </a:rPr>
              <a:t>     RAGAS metrics across a 6-combo matrix, rendered in a live scoreboard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ARCHITECTURE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Ingestion → indexes → the correcting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395728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Corpus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50 AI/ML 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8416" y="1508760"/>
            <a:ext cx="2395728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3 chunkers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fixed / hier / semantic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4368" y="1906524"/>
            <a:ext cx="384048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08192" y="1508760"/>
            <a:ext cx="2395728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bge-small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384-d, L2-norm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24144" y="1906524"/>
            <a:ext cx="384048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87967" y="1508760"/>
            <a:ext cx="2395728" cy="96012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Indexes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FAISS IP + BM25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03920" y="1906524"/>
            <a:ext cx="384048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2788920"/>
            <a:ext cx="3465576" cy="868680"/>
          </a:xfrm>
          <a:prstGeom prst="roundRect">
            <a:avLst/>
          </a:prstGeom>
          <a:solidFill>
            <a:srgbClr val="1D2623"/>
          </a:solidFill>
          <a:ln w="12700">
            <a:solidFill>
              <a:srgbClr val="F5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907792"/>
            <a:ext cx="32826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5B84B"/>
                </a:solidFill>
                <a:latin typeface="Segoe UI"/>
              </a:rPr>
              <a:t>score &lt; 0.6  →  HyDE rewrite  →  re-retrieve  →  re-grade   (max 2)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038344" y="3657600"/>
            <a:ext cx="164592" cy="320040"/>
          </a:xfrm>
          <a:prstGeom prst="downArrow">
            <a:avLst/>
          </a:prstGeom>
          <a:solidFill>
            <a:srgbClr val="F5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6931152" y="3657600"/>
            <a:ext cx="164592" cy="320040"/>
          </a:xfrm>
          <a:prstGeom prst="upArrow">
            <a:avLst/>
          </a:prstGeom>
          <a:solidFill>
            <a:srgbClr val="F5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1572768" cy="10515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7ECEA"/>
                </a:solidFill>
                <a:latin typeface="Segoe UI"/>
              </a:rPr>
              <a:t>Query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6A19C"/>
                </a:solidFill>
                <a:latin typeface="Segoe UI"/>
              </a:rPr>
              <a:t>≤ 2000 chars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1448" y="3977639"/>
            <a:ext cx="1572768" cy="10515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7ECEA"/>
                </a:solidFill>
                <a:latin typeface="Segoe UI"/>
              </a:rPr>
              <a:t>Router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6A19C"/>
                </a:solidFill>
                <a:latin typeface="Segoe UI"/>
              </a:rPr>
              <a:t>simple / complex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21408" y="4421124"/>
            <a:ext cx="320040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4256" y="3977639"/>
            <a:ext cx="1572768" cy="10515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7ECEA"/>
                </a:solidFill>
                <a:latin typeface="Segoe UI"/>
              </a:rPr>
              <a:t>Hybrid + RRF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6A19C"/>
                </a:solidFill>
                <a:latin typeface="Segoe UI"/>
              </a:rPr>
              <a:t>top-5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14215" y="4421124"/>
            <a:ext cx="320040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3977639"/>
            <a:ext cx="1572768" cy="10515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7ECEA"/>
                </a:solidFill>
                <a:latin typeface="Segoe UI"/>
              </a:rPr>
              <a:t>Grader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6A19C"/>
                </a:solidFill>
                <a:latin typeface="Segoe UI"/>
              </a:rPr>
              <a:t>score 0–1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07024" y="4421124"/>
            <a:ext cx="320040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9872" y="3977639"/>
            <a:ext cx="1572768" cy="10515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7ECEA"/>
                </a:solidFill>
                <a:latin typeface="Segoe UI"/>
              </a:rPr>
              <a:t>Generate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6A19C"/>
                </a:solidFill>
                <a:latin typeface="Segoe UI"/>
              </a:rPr>
              <a:t>cited answer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99832" y="4421124"/>
            <a:ext cx="320040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12680" y="3977639"/>
            <a:ext cx="1572768" cy="10515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7ECEA"/>
                </a:solidFill>
                <a:latin typeface="Segoe UI"/>
              </a:rPr>
              <a:t>Trace + UI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6A19C"/>
                </a:solidFill>
                <a:latin typeface="Segoe UI"/>
              </a:rPr>
              <a:t>SQLite / SSE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92640" y="4421124"/>
            <a:ext cx="320040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A19C"/>
                </a:solidFill>
                <a:latin typeface="Segoe UI"/>
              </a:rPr>
              <a:t>Documents are embedded raw; queries carry the BGE instruction prefix. Reindex builds into a staging dir, then swaps the live index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INGESTION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50 docs in, nine index files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python -m app.ingest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chunks every doc three ways, embeds, builds 3 × (FAISS + BM25 + chunks.json)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bge-small-en-v1.5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384-dim, L2-normalized — so IndexFlatIP is exact cosine search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Query prefix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queries carry the BGE instruction prefix; documents are embedded raw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Semantic chunker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the only chunker that runs the model at ingest: embeds sentences to find breakpoints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Live reindex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builds into .staging, then os.replace onto the live index; retriever cache resets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Provenance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corpus_version = SHA-256 of the corpus — the eval test set is stamped with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CHUNKING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Three strategies, three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4D399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4D399"/>
                          </a:solidFill>
                          <a:latin typeface="Segoe UI"/>
                        </a:rPr>
                        <a:t>Parameters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4D399"/>
                          </a:solidFill>
                          <a:latin typeface="Segoe UI"/>
                        </a:rPr>
                        <a:t>Trade-off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512-token windows, 50-token overlap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Predictable and cheap; blind to content, can cut a definition in half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Hierarchical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child 256 / parent 1024, children carry parent_id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Match on small, generate on big; parent text duplicated per child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Semantic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cosine breakpoints at the 25th percentile, 512-token cap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7ECEA"/>
                          </a:solidFill>
                          <a:latin typeface="Segoe UI"/>
                        </a:rPr>
                        <a:t>Respects meaning; costs an extra embedding pass over every sentence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6A19C"/>
                </a:solidFill>
                <a:latin typeface="Segoe UI"/>
              </a:rPr>
              <a:t>No strategy dominates — short factual queries favour small chunks, explanatory questions favour larger context. That is exactly why the lab compares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RETRIEVAL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Hybrid search, fused by rank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BM25 top-20 + FAISS top-20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lexical catches exact terms, dense catches paraphrase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Reciprocal Rank Fusion, k = 60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score = Σ 1/(60 + rank) — fuses ranks, no score calibration needed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Top-5 into the grader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top-3 when the router classifies the query as simple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Simple path skips HyDE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retrieve → grade once → answer or not_found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6A19C"/>
                </a:solidFill>
                <a:latin typeface="Segoe UI"/>
              </a:rPr>
              <a:t>Every chunk keeps its bm25_rank, vector_rank and rrf_score — the UI shows you which retriever found it and how it was ranked.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SELF-CORRECTION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The loop that refuses to guess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06040" cy="109728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Router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simple / complex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8728" y="1737360"/>
            <a:ext cx="2606040" cy="109728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Retrieve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top-3 or top-5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203704"/>
            <a:ext cx="384048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28816" y="1737360"/>
            <a:ext cx="2606040" cy="109728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Grade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0–1 relevance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2203704"/>
            <a:ext cx="384048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18904" y="1737360"/>
            <a:ext cx="2606040" cy="109728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7ECEA"/>
                </a:solidFill>
                <a:latin typeface="Segoe UI"/>
              </a:rPr>
              <a:t>Generate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96A19C"/>
                </a:solidFill>
                <a:latin typeface="Segoe UI"/>
              </a:rPr>
              <a:t>only if ≥ 0.6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34856" y="2203704"/>
            <a:ext cx="384048" cy="16459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1064240" cy="2651760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The rules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500" b="0">
                <a:solidFill>
                  <a:srgbClr val="E7ECEA"/>
                </a:solidFill>
                <a:latin typeface="Segoe UI"/>
              </a:rPr>
              <a:t>score &lt; 0.6 on a complex query → HyDE rewrite → re-retrieve → re-grade, max 2 retries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500" b="0">
                <a:solidFill>
                  <a:srgbClr val="E7ECEA"/>
                </a:solidFill>
                <a:latin typeface="Segoe UI"/>
              </a:rPr>
              <a:t>grader error → fail closed immediately — a broken grader never burns the retry budget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500" b="0">
                <a:solidFill>
                  <a:srgbClr val="E7ECEA"/>
                </a:solidFill>
                <a:latin typeface="Segoe UI"/>
              </a:rPr>
              <a:t>an answer with zero valid citations is thrown away as not_found, never shown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500" b="0">
                <a:solidFill>
                  <a:srgbClr val="E7ECEA"/>
                </a:solidFill>
                <a:latin typeface="Segoe UI"/>
              </a:rPr>
              <a:t>final statuses: success | not_found | error — and the trace records why (fallback_reason)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GROUNDING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Citations are checked, not trusted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The generator must cite [n]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inline markers placed right after the claim they support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The backend validates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out-of-range markers dropped, duplicates removed, renumbered in order of appearance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The answer is rewritten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so the visible markers always match the citation list exactly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Zero valid citations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the whole answer is discarded as not_found — never shown ungrounded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Per-run diagnostics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fallback_reason, grader_error, source_doc_hit, retries — stored with every trace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WAR STORY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The bug that ate 118 of 120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The eval looked terrible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118/120 answers were “I couldn’t find a confident answer”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But retrieval was perfect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context precision ≈ 0.97, source_doc_hit = 1.0 — the right chunks were found every time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The model wrote 【1】, the validator knew only [1]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CJK bracket variants meant zero valid citations → every grounded answer discarded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Fix + receipts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normalize the bracket variants; add final_status / fallback_reason / grader_error / doc_hit to every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B84B"/>
                </a:solidFill>
                <a:latin typeface="Segoe UI"/>
              </a:rPr>
              <a:t>Lesson: diagnose before tuning — the grader threshold was never the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EVALUATION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Measured with RAGAS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Test set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50 question/answer rows — one per corpus doc — each with a reference answer and reference contexts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Matrix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3 strategies × correction on/off = 6 combos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Metrics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faithfulness + answer relevancy (LLM judge) and non-LLM context precision / recall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Judging scales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one judge per Groq account; the pipeline pools and rotates all keys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700" b="1">
                <a:solidFill>
                  <a:srgbClr val="E7ECEA"/>
                </a:solidFill>
                <a:latin typeface="Segoe UI"/>
              </a:rPr>
              <a:t>Guard rails</a:t>
            </a:r>
            <a:r>
              <a:rPr sz="1700" b="0">
                <a:solidFill>
                  <a:srgbClr val="96A19C"/>
                </a:solidFill>
                <a:latin typeface="Segoe UI"/>
              </a:rPr>
              <a:t>  —  pre-flight probe before anything is cleared, abort-on-error-rate, --resume across quota resets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RESULTS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What the numbers say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1371600"/>
                <a:gridCol w="1463040"/>
                <a:gridCol w="1371600"/>
                <a:gridCol w="146304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Correction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Faithful.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Relevancy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Ctx prec.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Ctx recall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Segoe UI"/>
                        </a:rPr>
                        <a:t>Answered</a:t>
                      </a:r>
                    </a:p>
                  </a:txBody>
                  <a:tcPr>
                    <a:solidFill>
                      <a:srgbClr val="1D26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7ECEA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0.868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0.950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7ECEA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off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0.967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0.837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0.950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7ECEA"/>
                          </a:solidFill>
                          <a:latin typeface="Segoe UI"/>
                        </a:rPr>
                        <a:t>hierarchical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0.850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0.900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7ECEA"/>
                          </a:solidFill>
                          <a:latin typeface="Segoe UI"/>
                        </a:rPr>
                        <a:t>hierarchical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off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96A19C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7ECEA"/>
                          </a:solidFill>
                          <a:latin typeface="Segoe UI"/>
                        </a:rPr>
                        <a:t>semantic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>on / off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96A19C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7ECE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51C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A19C"/>
                </a:solidFill>
                <a:latin typeface="Segoe UI"/>
              </a:rPr>
              <a:t>n = 10 per combo on gpt-oss-20b (the 120b free-tier quota was exhausted). “—” means the judge was throttled, not zero. source_doc_hit = 1.0 and grader_error = 0 on the completed combos: retrieval and grading are healthy.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6A19C"/>
                </a:solidFill>
                <a:latin typeface="Segoe UI"/>
              </a:rPr>
              <a:t>Remaining combos finish with: python -m eval.run_ragas --limit 10 --resume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THE UI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Trace View — the pipeline,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deck-trace-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772400" cy="3503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60020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What you are looking at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steps stream in over SSE with per-step timings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grading shows the score and the pass threshold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chunks expand to full text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citations are clickable — they jump to and highlight the exact chunk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Recent traces replays any stored run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fallbacks say why they fell 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THE UI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Scoreboard — the receipts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deck-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8778240" cy="3957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5480" y="17373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Per-combo cards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RAGAS means per strategy × correction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latency bars, n and corpus version shown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▪  </a:t>
            </a:r>
            <a:r>
              <a:rPr sz="1300" b="0">
                <a:solidFill>
                  <a:srgbClr val="E7ECEA"/>
                </a:solidFill>
                <a:latin typeface="Segoe UI"/>
              </a:rPr>
              <a:t>reads GET /api/eval — same numbers as the README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ENGINEERING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Built to survive a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SSE streaming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first event carries trace_id; client disconnect stops the pipeline between steps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SQLite, WAL mode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traces and eval results coexist with live traffic; one connection per call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Live reindex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staging dir → atomic file swap per strategy; retriever cache reset; single-flight lock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Groq key pool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round-robin across separate accounts, a 401 evicts a dead key, one judge per account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Eval harness guards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probe → abort-on-error-rate → resume; a bad run can never overwrite a good one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Bounded concurrency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asyncio.Semaphore(2) around pipelines; blocking calls pushed to threads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RUN IT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Three commands, three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64240" cy="1298448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9656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BACKEND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uv venv .venv &amp;&amp; uv pip install -r requirements.txt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python -m app.ingest          # build the indexes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uvicorn app.main:app --port 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11064240" cy="1298448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00984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FRONTEND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pnpm install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pnpm dev                       # http://localhost:3000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54296"/>
            <a:ext cx="11064240" cy="1298448"/>
          </a:xfrm>
          <a:prstGeom prst="roundRect">
            <a:avLst/>
          </a:prstGeom>
          <a:solidFill>
            <a:srgbClr val="151C1A"/>
          </a:solidFill>
          <a:ln w="12700">
            <a:solidFill>
              <a:srgbClr val="2C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EVALUATE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.venv-eval/bin/python -m eval.run_ragas --limit 10 --resume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7ECEA"/>
                </a:solidFill>
                <a:latin typeface="Consolas"/>
              </a:rPr>
              <a:t>python scripts/check_api.py    # deterministic self-checks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HONEST LIMITS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E7ECEA"/>
                </a:solidFill>
                <a:latin typeface="Segoe UI"/>
              </a:rPr>
              <a:t>What I’d fix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25296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Coverage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3 of 6 eval combos done, n = 10 — the rest are a quota question, not a code question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Metric artifact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semantic scores low on non-LLM context metrics despite perfect doc hits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Chunker cost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semantic chunking embeds every sentence at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916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Next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finish the full gpt-oss-120b matrix on the pooled accounts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Next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a cross-encoder reranker between retrieval and grading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▪  </a:t>
            </a:r>
            <a:r>
              <a:rPr sz="1600" b="1">
                <a:solidFill>
                  <a:srgbClr val="E7ECEA"/>
                </a:solidFill>
                <a:latin typeface="Segoe UI"/>
              </a:rPr>
              <a:t>Next</a:t>
            </a:r>
            <a:r>
              <a:rPr sz="1600" b="0">
                <a:solidFill>
                  <a:srgbClr val="96A19C"/>
                </a:solidFill>
                <a:latin typeface="Segoe UI"/>
              </a:rPr>
              <a:t>  —  per-question drill-down on the scoreboard; token streaming in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“It knows when it’s failing, fixes itself, and shows you the receipts.”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